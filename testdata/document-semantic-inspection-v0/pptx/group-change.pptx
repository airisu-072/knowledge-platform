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sp>
        <p:nvSpPr>
          <p:cNvPr id="41" name="Group Child"/>
          <p:cNvSpPr/>
          <p:nvPr/>
        </p:nvSpPr>
        <p:spPr>
          <a:xfrm>
            <a:off x="3500000" y="300000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Grouped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