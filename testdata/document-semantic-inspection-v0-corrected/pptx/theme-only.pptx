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  <p:sldId id="257" r:id="rIdSlide2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Theme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barChart>
        <c:ser>
          <c:idx val="0"/>
          <c:order val="0"/>
          <c:tx>
            <c:v>Series A</c:v>
          </c:tx>
          <c:cat>
            <c:strLit>
              <c:ptCount val="2"/>
              <c:pt idx="0">
                <c:v>Q1</c:v>
              </c:pt>
              <c:pt idx="1">
                <c:v>Q2</c:v>
              </c:pt>
            </c:strLit>
          </c:cat>
          <c:val>
            <c:numLit>
              <c:ptCount val="2"/>
              <c:pt idx="0">
                <c:v>10</c:v>
              </c:pt>
              <c:pt idx="1">
                <c:v>20</c:v>
              </c:pt>
            </c:numLit>
          </c:val>
        </c:ser>
      </c:barChart>
    </c:plotArea>
  </c:chart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1">
      <dgm:t>
        <a:p>
          <a:r>
            <a:t>Node A</a:t>
          </a:r>
        </a:p>
      </dgm:t>
    </dgm:pt>
  </dgm:ptLst>
</dgm:dataModel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/>
          </p:nvPr>
        </p:nvSpPr>
        <p:spPr/>
        <p:txBody>
          <a:bodyPr/>
          <a:lstStyle/>
          <a:p>
            <a:r>
              <a:t>Speaker note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Link" Type="http://schemas.openxmlformats.org/officeDocument/2006/relationships/hyperlink" Target="https://example.com/a" TargetMode="External"/><Relationship Id="rIdImage" Type="http://schemas.openxmlformats.org/officeDocument/2006/relationships/image" Target="../media/image1.png"/><Relationship Id="rIdNotes" Type="http://schemas.openxmlformats.org/officeDocument/2006/relationships/notesSlide" Target="../notesSlides/notesSlide1.xml"/><Relationship Id="rIdChart" Type="http://schemas.openxmlformats.org/officeDocument/2006/relationships/chart" Target="../charts/chart1.xml"/><Relationship Id="rIdDiagram" Type="http://schemas.openxmlformats.org/officeDocument/2006/relationships/diagramData" Target="../diagrams/data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<p:cSld name="Slide One">
    <p:spTree>
      <p:nvGrpSpPr>
        <p:cNvPr id="1" name=""/>
        <p:cNvGrpSpPr/>
        <p:nvPr/>
      </p:nvGrpSpPr>
      <p:grpSpPr/>
      <p:sp>
        <p:nvSpPr>
          <p:cNvPr id="2" name="Shape A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  <a:hlinkClick r:id="rIdLink"/>
              </a:rPr>
              <a:t>Alpha</a:t>
            </a:r>
          </a:p>
        </p:txBody>
      </p:sp>
      <p:sp>
        <p:nvSpPr>
          <p:cNvPr id="3" name="Shape B"/>
          <p:cNvSpPr/>
          <p:nvPr/>
        </p:nvSpPr>
        <p:spPr>
          <a:xfrm>
            <a:off x="280000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Beta</a:t>
            </a:r>
          </a:p>
        </p:txBody>
      </p:sp>
      <p:graphicFrame>
        <p:nvGraphicFramePr>
          <p:cNvPr id="20" name="Table 1"/>
          <p:cNvGraphicFramePr/>
          <p:nvPr/>
        </p:nvGraphicFramePr>
        <p:xfrm>
          <a:off x="0" y="1500000"/>
          <a:ext cx="5000000" cy="1200000"/>
        </p:xfrm>
        <a:graphic>
          <a:graphicData uri="http://schemas.openxmlformats.org/drawingml/2006/table">
            <a:tbl>
              <a:tblPr firstRow="1"/>
              <a:tblGrid>
                <a:gridCol w="2500000"/>
                <a:gridCol w="2500000"/>
              </a:tblGrid>
              <a:tr h="600000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" name="Picture 1" descr="Semantic 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5500000" y="0"/>
            <a:ext cx="900000" cy="900000"/>
          </a:xfrm>
          <a:prstGeom prst="rect">
            <a:avLst/>
          </a:prstGeom>
        </p:spPr>
      </p:pic>
      <p:graphicFrame>
        <p:nvGraphicFramePr>
          <p:cNvPr id="50" name="Ch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chart">
            <c:chart r:id="rIdChart"/>
          </a:graphicData>
        </a:graphic>
      </p:graphicFrame>
      <p:graphicFrame>
        <p:nvGraphicFramePr>
          <p:cNvPr id="60" name="Smart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diagram">
            <dgm:relIds r:dm="rIdDiagram"/>
          </a:graphicData>
        </a:graphic>
      </p:graphicFrame>
      <p:grpSp>
        <p:nvGrpSpPr>
          <p:cNvPr id="40" name="Semantic Group"/>
          <p:cNvGrpSpPr/>
          <p:nvPr/>
        </p:nvGrpSpPr>
        <p:grpSpPr>
          <a:xfrm>
            <a:off x="3500000" y="3000000"/>
            <a:ext cx="2500000" cy="700000"/>
            <a:chOff x="0" y="0"/>
            <a:chExt cx="2500000" cy="700000"/>
          </a:xfrm>
        </p:grpSpPr>
        <p:sp>
          <p:nvSpPr>
            <p:cNvPr id="41" name="Group Child"/>
            <p:cNvSpPr/>
            <p:nvPr/>
          </p:nvSpPr>
          <p:spPr>
            <a:xfrm>
              <a:off x="3500000" y="3000000"/>
              <a:ext cx="2500000" cy="6000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>
                  <a:latin typeface="Aptos"/>
                </a:rPr>
                <a:t>Grouped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Two">
    <p:spTree>
      <p:nvGrpSpPr>
        <p:cNvPr id="1" name=""/>
        <p:cNvGrpSpPr/>
        <p:nvPr/>
      </p:nvGrpSpPr>
      <p:grpSpPr/>
      <p:sp>
        <p:nvSpPr>
          <p:cNvPr id="2" name="Slide 2 Text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Slide Two</a:t>
            </a:r>
          </a:p>
        </p:txBody>
      </p:sp>
    </p:spTree>
  </p:cSld>
</p:sld>
</file>

<file path=ppt/theme/theme1.xml><?xml version="1.0" encoding="utf-8"?>
<a:theme xmlns:a="http://schemas.openxmlformats.org/drawingml/2006/main" name="PoC">
  <a:themeElements>
    <a:fontScheme name="PoC">
      <a:majorFont>
        <a:latin typeface="Times New Roman"/>
      </a:majorFont>
      <a:minorFont>
        <a:latin typeface="Times New Roman"/>
      </a:minorFont>
    </a:fontScheme>
  </a:themeElements>
</a:theme>
</file>