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unknown.xml" ContentType="application/vnd.example.presentation-semantic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unknown.xml><?xml version="1.0" encoding="utf-8"?>
<x:semantic xmlns:x="urn:example">meaning</x:semantic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Relationship Id="rIdUnknown" Type="urn:example:presentation-semantic" Target="../unknown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